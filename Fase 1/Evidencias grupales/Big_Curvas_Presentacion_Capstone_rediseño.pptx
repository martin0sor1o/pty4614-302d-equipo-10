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468880"/>
            <a:ext cx="5120640" cy="5120640"/>
          </a:xfrm>
          <a:prstGeom prst="ellipse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1737360"/>
            <a:ext cx="3931920" cy="3931920"/>
          </a:xfrm>
          <a:prstGeom prst="ellipse">
            <a:avLst/>
          </a:prstGeom>
          <a:noFill/>
          <a:ln w="15240">
            <a:solidFill>
              <a:srgbClr val="E87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6382512"/>
            <a:ext cx="128016" cy="128016"/>
          </a:xfrm>
          <a:prstGeom prst="ellipse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60">
                <a:solidFill>
                  <a:srgbClr val="E8744A"/>
                </a:solidFill>
                <a:latin typeface="Segoe UI"/>
              </a:rPr>
              <a:t>CAPSTONE · INGENIERÍA EN INFORMÁTICA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9692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Sistema de Gestión de</a:t>
            </a:r>
          </a:p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Inventario Centralizado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FB8AD"/>
                </a:solidFill>
                <a:latin typeface="Segoe UI"/>
              </a:rPr>
              <a:t>Proyecto para Big Curvas — tienda física y canal online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138928"/>
            <a:ext cx="1920240" cy="41148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13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20">
                <a:solidFill>
                  <a:srgbClr val="E8744A"/>
                </a:solidFill>
                <a:latin typeface="Segoe UI"/>
              </a:rPr>
              <a:t>EQUIPO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Benjamín Rojas</a:t>
            </a:r>
            <a:r>
              <a:rPr sz="1500" b="0" i="0">
                <a:solidFill>
                  <a:srgbClr val="E8744A"/>
                </a:solidFill>
                <a:latin typeface="Segoe UI"/>
              </a:rPr>
              <a:t>   · 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Renato Espina</a:t>
            </a:r>
            <a:r>
              <a:rPr sz="1500" b="0" i="0">
                <a:solidFill>
                  <a:srgbClr val="E8744A"/>
                </a:solidFill>
                <a:latin typeface="Segoe UI"/>
              </a:rPr>
              <a:t>   · 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Martín Osorio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6E675E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20">
                <a:solidFill>
                  <a:srgbClr val="6E675E"/>
                </a:solidFill>
                <a:latin typeface="Segoe UI"/>
              </a:rPr>
              <a:t>BIG CURVAS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20">
                <a:solidFill>
                  <a:srgbClr val="C1502E"/>
                </a:solidFill>
                <a:latin typeface="Segoe UI"/>
              </a:rPr>
              <a:t>02 ·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C1917"/>
                </a:solidFill>
                <a:latin typeface="Segoe UI"/>
              </a:rPr>
              <a:t>Planteamiento del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0512"/>
            <a:ext cx="1463040" cy="45720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50">
                <a:solidFill>
                  <a:srgbClr val="C1502E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40280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C1917"/>
                </a:solidFill>
                <a:latin typeface="Segoe UI"/>
              </a:rPr>
              <a:t>El canal online no cuenta con inventario propio: descuenta el stock directamente de la tienda física, generando descuadres.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3383280"/>
            <a:ext cx="5669280" cy="10972"/>
          </a:xfrm>
          <a:prstGeom prst="rect">
            <a:avLst/>
          </a:prstGeom>
          <a:solidFill>
            <a:srgbClr val="E3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50">
                <a:solidFill>
                  <a:srgbClr val="C1502E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47288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C1917"/>
                </a:solidFill>
                <a:latin typeface="Segoe UI"/>
              </a:rPr>
              <a:t>Se producen errores y demoras en el despacho al mezclarse pedidos de tienda y de la web.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4590288"/>
            <a:ext cx="5669280" cy="10972"/>
          </a:xfrm>
          <a:prstGeom prst="rect">
            <a:avLst/>
          </a:prstGeom>
          <a:solidFill>
            <a:srgbClr val="E3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0001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50">
                <a:solidFill>
                  <a:srgbClr val="C1502E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654296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C1917"/>
                </a:solidFill>
                <a:latin typeface="Segoe UI"/>
              </a:rPr>
              <a:t>La gestión actual depende de una página interna manual, sin automatización ni reportes de ventas.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103120"/>
            <a:ext cx="3703320" cy="420624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5146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20">
                <a:solidFill>
                  <a:srgbClr val="E8744A"/>
                </a:solidFill>
                <a:latin typeface="Segoe UI"/>
              </a:rPr>
              <a:t>CONTEXTO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92608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egoe UI"/>
              </a:rPr>
              <a:t>2</a:t>
            </a:r>
            <a:r>
              <a:rPr sz="4000" b="1" i="0">
                <a:solidFill>
                  <a:srgbClr val="E8744A"/>
                </a:solidFill>
                <a:latin typeface="Segoe UI"/>
              </a:rPr>
              <a:t>  →  </a:t>
            </a:r>
            <a:r>
              <a:rPr sz="5800" b="1" i="0">
                <a:solidFill>
                  <a:srgbClr val="E8744A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40416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FB8AD"/>
                </a:solidFill>
                <a:latin typeface="Segoe UI"/>
              </a:rPr>
              <a:t>sucursal física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3568" y="4498848"/>
            <a:ext cx="1234440" cy="41148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4663440"/>
            <a:ext cx="303580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BFB8AD"/>
                </a:solidFill>
                <a:latin typeface="Segoe UI"/>
              </a:rPr>
              <a:t>La empresa cerrará su tienda de Providencia y operará con una sola sucursal (Rancagua) más el canal online, lo que hace urgente centralizar el control de stock.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6E675E"/>
                </a:solidFill>
                <a:latin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20">
                <a:solidFill>
                  <a:srgbClr val="6E675E"/>
                </a:solidFill>
                <a:latin typeface="Segoe UI"/>
              </a:rPr>
              <a:t>BIG CURVAS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20">
                <a:solidFill>
                  <a:srgbClr val="C1502E"/>
                </a:solidFill>
                <a:latin typeface="Segoe UI"/>
              </a:rPr>
              <a:t>03 ·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C1917"/>
                </a:solidFill>
                <a:latin typeface="Segoe UI"/>
              </a:rPr>
              <a:t>Objetivo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0512"/>
            <a:ext cx="1463040" cy="45720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606040"/>
            <a:ext cx="82296" cy="2377440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9966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0" i="0">
                <a:solidFill>
                  <a:srgbClr val="1C1917"/>
                </a:solidFill>
                <a:latin typeface="Segoe UI"/>
              </a:rPr>
              <a:t>Desarrollar un sistema </a:t>
            </a:r>
            <a:r>
              <a:rPr sz="2800" b="1" i="0">
                <a:solidFill>
                  <a:srgbClr val="C1502E"/>
                </a:solidFill>
                <a:latin typeface="Segoe UI"/>
              </a:rPr>
              <a:t>centralizado</a:t>
            </a:r>
            <a:r>
              <a:rPr sz="2800" b="0" i="0">
                <a:solidFill>
                  <a:srgbClr val="1C1917"/>
                </a:solidFill>
                <a:latin typeface="Segoe UI"/>
              </a:rPr>
              <a:t> de gestión de inventario para </a:t>
            </a:r>
            <a:r>
              <a:rPr sz="2800" b="1" i="0">
                <a:solidFill>
                  <a:srgbClr val="C1502E"/>
                </a:solidFill>
                <a:latin typeface="Segoe UI"/>
              </a:rPr>
              <a:t>Big Curvas</a:t>
            </a:r>
            <a:r>
              <a:rPr sz="2800" b="0" i="0">
                <a:solidFill>
                  <a:srgbClr val="1C1917"/>
                </a:solidFill>
                <a:latin typeface="Segoe UI"/>
              </a:rPr>
              <a:t>, que integre el stock de la tienda física y el canal de venta online, permitiendo un </a:t>
            </a:r>
            <a:r>
              <a:rPr sz="2800" b="1" i="0">
                <a:solidFill>
                  <a:srgbClr val="C1502E"/>
                </a:solidFill>
                <a:latin typeface="Segoe UI"/>
              </a:rPr>
              <a:t>control unificado y automatizado</a:t>
            </a:r>
            <a:r>
              <a:rPr sz="2800" b="0" i="0">
                <a:solidFill>
                  <a:srgbClr val="1C1917"/>
                </a:solidFill>
                <a:latin typeface="Segoe UI"/>
              </a:rPr>
              <a:t> del stock en tiempo real.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5806440"/>
            <a:ext cx="128016" cy="128016"/>
          </a:xfrm>
          <a:prstGeom prst="ellipse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574243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E675E"/>
                </a:solidFill>
                <a:latin typeface="Segoe UI"/>
              </a:rPr>
              <a:t>De la visión general a los cuatro objetivos que la hacen posible.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6E675E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20">
                <a:solidFill>
                  <a:srgbClr val="6E675E"/>
                </a:solidFill>
                <a:latin typeface="Segoe UI"/>
              </a:rPr>
              <a:t>BIG CURVAS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20">
                <a:solidFill>
                  <a:srgbClr val="C1502E"/>
                </a:solidFill>
                <a:latin typeface="Segoe UI"/>
              </a:rPr>
              <a:t>04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C1917"/>
                </a:solidFill>
                <a:latin typeface="Segoe UI"/>
              </a:rPr>
              <a:t>Objetivos Específicos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0512"/>
            <a:ext cx="1463040" cy="45720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5056632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42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160">
                <a:solidFill>
                  <a:srgbClr val="C1502E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39"/>
            <a:ext cx="4343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C1917"/>
                </a:solidFill>
                <a:latin typeface="Segoe UI"/>
              </a:rPr>
              <a:t>Centralizar el inventario entre tienda física y e-commerce mediante una base de datos integrada.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94560"/>
            <a:ext cx="5056632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542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160">
                <a:solidFill>
                  <a:srgbClr val="C1502E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63239"/>
            <a:ext cx="4343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C1917"/>
                </a:solidFill>
                <a:latin typeface="Segoe UI"/>
              </a:rPr>
              <a:t>Automatizar la actualización de stock en tiempo real con cada venta, en cualquier canal.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43400"/>
            <a:ext cx="5056632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690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160">
                <a:solidFill>
                  <a:srgbClr val="C1502E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12080"/>
            <a:ext cx="4343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C1917"/>
                </a:solidFill>
                <a:latin typeface="Segoe UI"/>
              </a:rPr>
              <a:t>Reducir errores y demoras en el despacho de pedidos por falta de visibilidad del stock.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343400"/>
            <a:ext cx="5056632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690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160">
                <a:solidFill>
                  <a:srgbClr val="C1502E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212080"/>
            <a:ext cx="4343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C1917"/>
                </a:solidFill>
                <a:latin typeface="Segoe UI"/>
              </a:rPr>
              <a:t>Generar dashboards de ventas (diario, semanal, mensual) y análisis de productos para la toma de decisiones.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6E675E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20">
                <a:solidFill>
                  <a:srgbClr val="6E675E"/>
                </a:solidFill>
                <a:latin typeface="Segoe UI"/>
              </a:rPr>
              <a:t>BIG CURVAS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5120640" cy="5120640"/>
          </a:xfrm>
          <a:prstGeom prst="ellipse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4937760"/>
            <a:ext cx="3931920" cy="3931920"/>
          </a:xfrm>
          <a:prstGeom prst="ellipse">
            <a:avLst/>
          </a:prstGeom>
          <a:noFill/>
          <a:ln w="15240">
            <a:solidFill>
              <a:srgbClr val="E87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6382512"/>
            <a:ext cx="128016" cy="128016"/>
          </a:xfrm>
          <a:prstGeom prst="ellipse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60">
                <a:solidFill>
                  <a:srgbClr val="E8744A"/>
                </a:solidFill>
                <a:latin typeface="Segoe UI"/>
              </a:rPr>
              <a:t>05 ·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</a:rPr>
              <a:t>Muchas 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FB8AD"/>
                </a:solidFill>
                <a:latin typeface="Segoe UI"/>
              </a:rPr>
              <a:t>Comentarios y preguntas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1920240" cy="41148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Benjamín Rojas</a:t>
            </a:r>
            <a:r>
              <a:rPr sz="1500" b="0" i="0">
                <a:solidFill>
                  <a:srgbClr val="E8744A"/>
                </a:solidFill>
                <a:latin typeface="Segoe UI"/>
              </a:rPr>
              <a:t>   · 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Renato Espina</a:t>
            </a:r>
            <a:r>
              <a:rPr sz="1500" b="0" i="0">
                <a:solidFill>
                  <a:srgbClr val="E8744A"/>
                </a:solidFill>
                <a:latin typeface="Segoe UI"/>
              </a:rPr>
              <a:t>   · 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Martín Osorio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75E"/>
                </a:solidFill>
                <a:latin typeface="Segoe UI"/>
              </a:rPr>
              <a:t>Big Curvas · Sistema de Gestión de Inventario Centralizado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6E675E"/>
                </a:solidFill>
                <a:latin typeface="Segoe U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20">
                <a:solidFill>
                  <a:srgbClr val="6E675E"/>
                </a:solidFill>
                <a:latin typeface="Segoe UI"/>
              </a:rPr>
              <a:t>BIG CURVAS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